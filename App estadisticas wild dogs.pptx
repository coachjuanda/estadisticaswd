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FE399-C279-465A-B643-EFE68AF210C7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21F5B-32BF-4380-A43C-EBB7B20C1B4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650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21F5B-32BF-4380-A43C-EBB7B20C1B4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2472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20923-0CF4-7A71-9CEB-8F234DAF1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FFBA8-5C8A-FFD6-6769-E152F31F4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2953A-9D15-7BE0-9D02-291327DA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6800-9CCE-4823-B28C-03382FDC54DE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12EE8-5EE9-B356-9CDE-F15AF311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04F5A-2196-40C3-E73B-47A60A23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671E-F393-41D1-B0B5-A2BE9CF7AE1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198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7ACD2-C3D4-1A3E-A0C8-9BC263BF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01C1E-3F79-EB11-9621-8CDAFE416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8325A-6B19-A06A-8C06-8CA63B73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6800-9CCE-4823-B28C-03382FDC54DE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257D4-3B1A-A4C6-10B8-E077E1ACC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0CF69-CBCD-B723-13D9-61FA483B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671E-F393-41D1-B0B5-A2BE9CF7AE1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020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3C5C9-2EB8-89B0-0324-E8A766B59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8A70A-5A8E-E510-1D48-CC5064B5F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9C16B-3908-F21F-BE17-C4E45553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6800-9CCE-4823-B28C-03382FDC54DE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FE465-ED8C-95E7-9D39-C331C436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52AF9-1518-00B3-EAE5-8F44B683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671E-F393-41D1-B0B5-A2BE9CF7AE1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904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4A04-C6A4-4E23-C14A-AC7644F7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D7299-B87B-9F83-9CAA-E5FBF02737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061D4-B8F5-8935-0C56-C5FDA4C5F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CFD23-47CE-CCB0-9DC9-F6EC7368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6800-9CCE-4823-B28C-03382FDC54DE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205A6-A600-5F19-947C-666C84303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406FE-78BF-E4C7-45D0-8D42BFE5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671E-F393-41D1-B0B5-A2BE9CF7AE1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600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0548-618B-1A51-22A9-1BDEF26DC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B878D-C568-1060-1062-2C745E8BC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77C76-58FF-F799-DB2C-FB11E4695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8A9A8-C2D8-514A-3FF9-A93B167B9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1CCDA-C00B-AA50-673E-21C3DA9F4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6C9A76-C36A-FB89-22E0-9D21ECF9D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6800-9CCE-4823-B28C-03382FDC54DE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53647E-C303-9FC4-CA7D-4C7345B4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A82D02-610B-5F2A-E351-25E1A4C4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671E-F393-41D1-B0B5-A2BE9CF7AE1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0722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326E0-F2AE-F307-04AF-B3C115A0B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853E19-F48B-A613-78F8-FB2B7004F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6800-9CCE-4823-B28C-03382FDC54DE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27FBC-A64E-14B4-700F-C3A50520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803A-0703-024D-CCCD-40D647FA4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671E-F393-41D1-B0B5-A2BE9CF7AE1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9309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91699-7743-0D3A-26FA-36F3113D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6800-9CCE-4823-B28C-03382FDC54DE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3B6C17-ADAC-70BE-9522-3E3EBCB01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34C01-592E-F584-F7EA-2A423D9B1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671E-F393-41D1-B0B5-A2BE9CF7AE1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9594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2C1E-B9B0-9953-154D-3138BCDA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9CDD3-8C40-6B8F-683F-F34C45EB9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2D1A1-DCAD-5EAB-1548-1B8A9CB78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A5E02-F14C-EC1E-96C6-242DE026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6800-9CCE-4823-B28C-03382FDC54DE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EB218-30CA-CDCA-6B80-20EC5895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4F148-E11C-B2FE-3277-3DD90FA4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671E-F393-41D1-B0B5-A2BE9CF7AE1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6090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CACF-FC06-7EA9-1B7D-ED1B6440F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C580F-751A-556D-A522-9E37028E8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84931-08E5-6191-33D3-4B573E234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CF872-4EDC-0244-347E-176BB364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6800-9CCE-4823-B28C-03382FDC54DE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A8A2C-3A08-2380-4060-81CA37F36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CB055-8DDD-A472-2AED-C3200918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671E-F393-41D1-B0B5-A2BE9CF7AE1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672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EA3F-42FC-1BBA-7C3C-BDF475E6D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01520-B6A2-179F-8623-916436FE8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9A3D-0CDB-013D-8DC0-1B7B52A91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6800-9CCE-4823-B28C-03382FDC54DE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F7399-1359-DB74-6A51-12FD308EB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5416E-A251-EDCA-3C34-9C9A7B752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671E-F393-41D1-B0B5-A2BE9CF7AE1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5090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9B3224-C3DA-B316-3DB3-B68412B0D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8720D-0EB6-7CE1-EE37-D1DED130A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2EB11-EB88-B6C8-1150-7037D730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06800-9CCE-4823-B28C-03382FDC54DE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2D7F7-7EEC-4369-81EC-55A3C1BE5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AC9BB-6122-E0FE-149E-4B555B7E9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671E-F393-41D1-B0B5-A2BE9CF7AE1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1219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9DD8F-CDF8-2519-3883-99B533EBF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8629B-592B-B815-9294-A177468D6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240B-8DDF-9CEF-F76D-8F749CA38B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06800-9CCE-4823-B28C-03382FDC54DE}" type="datetimeFigureOut">
              <a:rPr lang="es-ES" smtClean="0"/>
              <a:t>20/08/2026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6DB73-C1E1-F787-DC47-D9D9B66F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EF067-C94D-DF1E-C6C1-D7B1059D5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D6671E-F393-41D1-B0B5-A2BE9CF7AE1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1220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5DC26-747E-43F4-7327-55739F5B1E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 </a:t>
            </a:r>
            <a:r>
              <a:rPr lang="en-US" dirty="0" err="1"/>
              <a:t>estadisticas</a:t>
            </a:r>
            <a:r>
              <a:rPr lang="en-US" dirty="0"/>
              <a:t> wild dogs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80261-196B-C361-3834-F4B7609946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Powered by: Hockey One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2920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E46DC9-0F83-CBD8-4728-BCD1BB8CA3C8}"/>
              </a:ext>
            </a:extLst>
          </p:cNvPr>
          <p:cNvSpPr/>
          <p:nvPr/>
        </p:nvSpPr>
        <p:spPr>
          <a:xfrm>
            <a:off x="3246120" y="749808"/>
            <a:ext cx="2432304" cy="1161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Registro de </a:t>
            </a:r>
            <a:r>
              <a:rPr lang="en-US" dirty="0" err="1"/>
              <a:t>partidos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temporada</a:t>
            </a:r>
            <a:r>
              <a:rPr lang="en-US" dirty="0"/>
              <a:t> y </a:t>
            </a:r>
            <a:r>
              <a:rPr lang="en-US" dirty="0" err="1"/>
              <a:t>torneo</a:t>
            </a:r>
            <a:r>
              <a:rPr lang="en-US" dirty="0"/>
              <a:t> o </a:t>
            </a:r>
            <a:r>
              <a:rPr lang="en-US" dirty="0" err="1"/>
              <a:t>liga</a:t>
            </a:r>
            <a:endParaRPr lang="en-US" dirty="0"/>
          </a:p>
          <a:p>
            <a:pPr algn="ctr"/>
            <a:r>
              <a:rPr lang="en-US" dirty="0"/>
              <a:t>(Schedule upload) </a:t>
            </a:r>
            <a:endParaRPr lang="es-E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9D27024-F51F-F59A-3958-A9BF70A98477}"/>
              </a:ext>
            </a:extLst>
          </p:cNvPr>
          <p:cNvCxnSpPr>
            <a:cxnSpLocks/>
            <a:stCxn id="6" idx="3"/>
            <a:endCxn id="2" idx="1"/>
          </p:cNvCxnSpPr>
          <p:nvPr/>
        </p:nvCxnSpPr>
        <p:spPr>
          <a:xfrm flipV="1">
            <a:off x="2609088" y="1330452"/>
            <a:ext cx="637032" cy="370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6C1DD50-9565-DEA4-6072-0F271A2C99EB}"/>
              </a:ext>
            </a:extLst>
          </p:cNvPr>
          <p:cNvSpPr/>
          <p:nvPr/>
        </p:nvSpPr>
        <p:spPr>
          <a:xfrm>
            <a:off x="176784" y="749808"/>
            <a:ext cx="2432304" cy="19019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Registro de nomina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categoria</a:t>
            </a:r>
            <a:r>
              <a:rPr lang="en-US" dirty="0"/>
              <a:t> y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torneo</a:t>
            </a:r>
            <a:r>
              <a:rPr lang="en-US" dirty="0"/>
              <a:t> (division)</a:t>
            </a:r>
            <a:br>
              <a:rPr lang="en-US" dirty="0"/>
            </a:br>
            <a:r>
              <a:rPr lang="en-US" dirty="0"/>
              <a:t>U8, U10, U12, U14 U18, </a:t>
            </a:r>
            <a:r>
              <a:rPr lang="en-US" dirty="0" err="1"/>
              <a:t>Femenino</a:t>
            </a:r>
            <a:r>
              <a:rPr lang="en-US" dirty="0"/>
              <a:t>, Girls, </a:t>
            </a:r>
            <a:r>
              <a:rPr lang="en-US" dirty="0" err="1"/>
              <a:t>Mens</a:t>
            </a:r>
            <a:r>
              <a:rPr lang="en-US" dirty="0"/>
              <a:t> Senior</a:t>
            </a:r>
            <a:endParaRPr lang="es-E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D16287-048D-CFF7-34D7-4A87D3FF932A}"/>
              </a:ext>
            </a:extLst>
          </p:cNvPr>
          <p:cNvSpPr/>
          <p:nvPr/>
        </p:nvSpPr>
        <p:spPr>
          <a:xfrm>
            <a:off x="6254496" y="557784"/>
            <a:ext cx="2432304" cy="153619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Scout </a:t>
            </a:r>
            <a:r>
              <a:rPr lang="en-US" dirty="0" err="1"/>
              <a:t>en</a:t>
            </a:r>
            <a:r>
              <a:rPr lang="en-US" dirty="0"/>
              <a:t> vivo</a:t>
            </a:r>
            <a:br>
              <a:rPr lang="en-US" dirty="0"/>
            </a:br>
            <a:r>
              <a:rPr lang="en-US" dirty="0"/>
              <a:t>Toma </a:t>
            </a:r>
            <a:r>
              <a:rPr lang="en-US" dirty="0" err="1"/>
              <a:t>estadisticas</a:t>
            </a:r>
            <a:r>
              <a:rPr lang="en-US" dirty="0"/>
              <a:t> </a:t>
            </a:r>
            <a:r>
              <a:rPr lang="en-US" dirty="0" err="1"/>
              <a:t>definidas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jugador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comparten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vivo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pagina</a:t>
            </a:r>
            <a:endParaRPr lang="es-E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6236B7-A3DD-2C3A-1D0F-88F24EFC28C3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 flipV="1">
            <a:off x="5678424" y="1325880"/>
            <a:ext cx="576072" cy="4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1743815-0366-2A07-0F36-CB2273E4D434}"/>
              </a:ext>
            </a:extLst>
          </p:cNvPr>
          <p:cNvSpPr/>
          <p:nvPr/>
        </p:nvSpPr>
        <p:spPr>
          <a:xfrm>
            <a:off x="9262872" y="557784"/>
            <a:ext cx="2432304" cy="1536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Resumen</a:t>
            </a:r>
            <a:r>
              <a:rPr lang="en-US" dirty="0"/>
              <a:t> post </a:t>
            </a:r>
            <a:r>
              <a:rPr lang="en-US" dirty="0" err="1"/>
              <a:t>patido</a:t>
            </a:r>
            <a:r>
              <a:rPr lang="en-US" dirty="0"/>
              <a:t> </a:t>
            </a:r>
            <a:endParaRPr lang="es-E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34E20D-96FB-2C9F-9877-E46D9F679ED0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>
            <a:off x="8686800" y="1325880"/>
            <a:ext cx="576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30F27B-F0CC-BFC0-842D-5298DAB2B06D}"/>
              </a:ext>
            </a:extLst>
          </p:cNvPr>
          <p:cNvSpPr txBox="1"/>
          <p:nvPr/>
        </p:nvSpPr>
        <p:spPr>
          <a:xfrm>
            <a:off x="496824" y="380476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Admin</a:t>
            </a:r>
            <a:endParaRPr lang="es-E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8F7EF2-122E-DEAA-2F07-0126AA43DEA9}"/>
              </a:ext>
            </a:extLst>
          </p:cNvPr>
          <p:cNvSpPr txBox="1"/>
          <p:nvPr/>
        </p:nvSpPr>
        <p:spPr>
          <a:xfrm>
            <a:off x="3275099" y="320254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Admin</a:t>
            </a:r>
            <a:endParaRPr lang="es-E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38D152-DADF-CD58-3878-060F238B7547}"/>
              </a:ext>
            </a:extLst>
          </p:cNvPr>
          <p:cNvSpPr txBox="1"/>
          <p:nvPr/>
        </p:nvSpPr>
        <p:spPr>
          <a:xfrm>
            <a:off x="9384792" y="18488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Admin</a:t>
            </a:r>
            <a:endParaRPr lang="es-E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C644A3-3F59-6B13-21D1-2CC94514EA28}"/>
              </a:ext>
            </a:extLst>
          </p:cNvPr>
          <p:cNvSpPr txBox="1"/>
          <p:nvPr/>
        </p:nvSpPr>
        <p:spPr>
          <a:xfrm>
            <a:off x="6254496" y="153876"/>
            <a:ext cx="2080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Scout y public view</a:t>
            </a:r>
            <a:endParaRPr lang="es-E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007CED3-C35C-5D92-622F-F4B70C4FF58D}"/>
              </a:ext>
            </a:extLst>
          </p:cNvPr>
          <p:cNvSpPr/>
          <p:nvPr/>
        </p:nvSpPr>
        <p:spPr>
          <a:xfrm>
            <a:off x="6254496" y="2651760"/>
            <a:ext cx="2432304" cy="1225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o widget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pagina</a:t>
            </a:r>
            <a:r>
              <a:rPr lang="en-US" dirty="0"/>
              <a:t>? RSS Feed?</a:t>
            </a:r>
          </a:p>
          <a:p>
            <a:pPr algn="ctr"/>
            <a:r>
              <a:rPr lang="en-US" dirty="0" err="1"/>
              <a:t>Pagina</a:t>
            </a:r>
            <a:r>
              <a:rPr lang="en-US" dirty="0"/>
              <a:t> externa o de </a:t>
            </a:r>
            <a:r>
              <a:rPr lang="en-US" dirty="0" err="1"/>
              <a:t>proveedor</a:t>
            </a:r>
            <a:r>
              <a:rPr lang="en-US" dirty="0"/>
              <a:t>?</a:t>
            </a:r>
            <a:endParaRPr lang="es-E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41AD866-87E5-3B80-5EBD-DDA8A9E07CED}"/>
              </a:ext>
            </a:extLst>
          </p:cNvPr>
          <p:cNvSpPr/>
          <p:nvPr/>
        </p:nvSpPr>
        <p:spPr>
          <a:xfrm>
            <a:off x="6254496" y="4215384"/>
            <a:ext cx="2432304" cy="1225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HockeyOne</a:t>
            </a:r>
            <a:r>
              <a:rPr lang="en-US" dirty="0"/>
              <a:t> branding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partes</a:t>
            </a:r>
            <a:endParaRPr lang="es-E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214FE5-14B9-22A4-4738-91B8B82212D7}"/>
              </a:ext>
            </a:extLst>
          </p:cNvPr>
          <p:cNvSpPr/>
          <p:nvPr/>
        </p:nvSpPr>
        <p:spPr>
          <a:xfrm>
            <a:off x="9262872" y="2651760"/>
            <a:ext cx="2432304" cy="1225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Alimenta</a:t>
            </a:r>
            <a:r>
              <a:rPr lang="en-US" dirty="0"/>
              <a:t> panel de </a:t>
            </a:r>
            <a:r>
              <a:rPr lang="en-US" dirty="0" err="1"/>
              <a:t>jugador</a:t>
            </a:r>
            <a:r>
              <a:rPr lang="en-US" dirty="0"/>
              <a:t> o </a:t>
            </a:r>
            <a:r>
              <a:rPr lang="en-US" dirty="0" err="1"/>
              <a:t>resumen</a:t>
            </a:r>
            <a:r>
              <a:rPr lang="en-US" dirty="0"/>
              <a:t> de </a:t>
            </a:r>
            <a:r>
              <a:rPr lang="en-US" dirty="0" err="1"/>
              <a:t>jugador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temporada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3960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C6946F-A1DB-DD7D-8BDC-92CB47765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214066"/>
              </p:ext>
            </p:extLst>
          </p:nvPr>
        </p:nvGraphicFramePr>
        <p:xfrm>
          <a:off x="0" y="1414610"/>
          <a:ext cx="11622024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>
                  <a:extLst>
                    <a:ext uri="{9D8B030D-6E8A-4147-A177-3AD203B41FA5}">
                      <a16:colId xmlns:a16="http://schemas.microsoft.com/office/drawing/2014/main" val="277714587"/>
                    </a:ext>
                  </a:extLst>
                </a:gridCol>
                <a:gridCol w="1009904">
                  <a:extLst>
                    <a:ext uri="{9D8B030D-6E8A-4147-A177-3AD203B41FA5}">
                      <a16:colId xmlns:a16="http://schemas.microsoft.com/office/drawing/2014/main" val="1471133142"/>
                    </a:ext>
                  </a:extLst>
                </a:gridCol>
                <a:gridCol w="1291336">
                  <a:extLst>
                    <a:ext uri="{9D8B030D-6E8A-4147-A177-3AD203B41FA5}">
                      <a16:colId xmlns:a16="http://schemas.microsoft.com/office/drawing/2014/main" val="4163858957"/>
                    </a:ext>
                  </a:extLst>
                </a:gridCol>
                <a:gridCol w="1291336">
                  <a:extLst>
                    <a:ext uri="{9D8B030D-6E8A-4147-A177-3AD203B41FA5}">
                      <a16:colId xmlns:a16="http://schemas.microsoft.com/office/drawing/2014/main" val="434663347"/>
                    </a:ext>
                  </a:extLst>
                </a:gridCol>
                <a:gridCol w="1291336">
                  <a:extLst>
                    <a:ext uri="{9D8B030D-6E8A-4147-A177-3AD203B41FA5}">
                      <a16:colId xmlns:a16="http://schemas.microsoft.com/office/drawing/2014/main" val="1037651626"/>
                    </a:ext>
                  </a:extLst>
                </a:gridCol>
                <a:gridCol w="1291336">
                  <a:extLst>
                    <a:ext uri="{9D8B030D-6E8A-4147-A177-3AD203B41FA5}">
                      <a16:colId xmlns:a16="http://schemas.microsoft.com/office/drawing/2014/main" val="1710766166"/>
                    </a:ext>
                  </a:extLst>
                </a:gridCol>
                <a:gridCol w="1291336">
                  <a:extLst>
                    <a:ext uri="{9D8B030D-6E8A-4147-A177-3AD203B41FA5}">
                      <a16:colId xmlns:a16="http://schemas.microsoft.com/office/drawing/2014/main" val="3211148818"/>
                    </a:ext>
                  </a:extLst>
                </a:gridCol>
                <a:gridCol w="1291336">
                  <a:extLst>
                    <a:ext uri="{9D8B030D-6E8A-4147-A177-3AD203B41FA5}">
                      <a16:colId xmlns:a16="http://schemas.microsoft.com/office/drawing/2014/main" val="321545994"/>
                    </a:ext>
                  </a:extLst>
                </a:gridCol>
                <a:gridCol w="1291336">
                  <a:extLst>
                    <a:ext uri="{9D8B030D-6E8A-4147-A177-3AD203B41FA5}">
                      <a16:colId xmlns:a16="http://schemas.microsoft.com/office/drawing/2014/main" val="40863246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Deportista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Shots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Shots on goal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Goles</a:t>
                      </a:r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Faceoffs </a:t>
                      </a:r>
                      <a:r>
                        <a:rPr lang="en-US" dirty="0" err="1"/>
                        <a:t>ganados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Faceoffs </a:t>
                      </a:r>
                      <a:r>
                        <a:rPr lang="en-US" dirty="0" err="1"/>
                        <a:t>perdidos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549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Julian Leon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967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Julio Lemoine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298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Andres Araque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351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Samuel Godoy</a:t>
                      </a:r>
                      <a:endParaRPr lang="es-ES" sz="14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58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Cristian Leon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192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Miguel Canon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329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Felipe Fonseca 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127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51698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89EE6C1-7AA6-2A54-1A4B-F14FCB333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664" y="50153"/>
            <a:ext cx="7128478" cy="9749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E6E771-2D5F-93A2-28B8-D399B5743354}"/>
              </a:ext>
            </a:extLst>
          </p:cNvPr>
          <p:cNvSpPr txBox="1"/>
          <p:nvPr/>
        </p:nvSpPr>
        <p:spPr>
          <a:xfrm>
            <a:off x="28738" y="1181161"/>
            <a:ext cx="882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PLAYERS</a:t>
            </a:r>
            <a:endParaRPr lang="es-ES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F50431-0D0B-3EBB-13A4-90A6FB161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607"/>
              </p:ext>
            </p:extLst>
          </p:nvPr>
        </p:nvGraphicFramePr>
        <p:xfrm>
          <a:off x="28738" y="5390742"/>
          <a:ext cx="5165344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336">
                  <a:extLst>
                    <a:ext uri="{9D8B030D-6E8A-4147-A177-3AD203B41FA5}">
                      <a16:colId xmlns:a16="http://schemas.microsoft.com/office/drawing/2014/main" val="277714587"/>
                    </a:ext>
                  </a:extLst>
                </a:gridCol>
                <a:gridCol w="1291336">
                  <a:extLst>
                    <a:ext uri="{9D8B030D-6E8A-4147-A177-3AD203B41FA5}">
                      <a16:colId xmlns:a16="http://schemas.microsoft.com/office/drawing/2014/main" val="1471133142"/>
                    </a:ext>
                  </a:extLst>
                </a:gridCol>
                <a:gridCol w="1311366">
                  <a:extLst>
                    <a:ext uri="{9D8B030D-6E8A-4147-A177-3AD203B41FA5}">
                      <a16:colId xmlns:a16="http://schemas.microsoft.com/office/drawing/2014/main" val="4163858957"/>
                    </a:ext>
                  </a:extLst>
                </a:gridCol>
                <a:gridCol w="1271306">
                  <a:extLst>
                    <a:ext uri="{9D8B030D-6E8A-4147-A177-3AD203B41FA5}">
                      <a16:colId xmlns:a16="http://schemas.microsoft.com/office/drawing/2014/main" val="434663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Deportista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Shots on goal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Goals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SV%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549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Juanda V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FILL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967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Tomas 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FILL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2981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608D947-6B09-6720-DF6E-E508CF7F809C}"/>
              </a:ext>
            </a:extLst>
          </p:cNvPr>
          <p:cNvSpPr txBox="1"/>
          <p:nvPr/>
        </p:nvSpPr>
        <p:spPr>
          <a:xfrm>
            <a:off x="29764" y="5111977"/>
            <a:ext cx="881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GOALIES</a:t>
            </a:r>
            <a:endParaRPr lang="es-E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10FAE1-E7D6-889F-72C3-9C375AF60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89" y="2078728"/>
            <a:ext cx="558829" cy="3048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C3E592-9D07-2C4B-2767-1FA055BC4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89" y="2464585"/>
            <a:ext cx="558829" cy="3048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2BA6B3-646A-0AA5-8B82-9234C7053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89" y="2830733"/>
            <a:ext cx="558829" cy="3048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BC5F01-4527-4318-4864-1CE8F42E6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89" y="3216590"/>
            <a:ext cx="558829" cy="3048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B15DC0-D362-8962-7EBB-047C941A9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89" y="3564450"/>
            <a:ext cx="558829" cy="3048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1D52C4-BFAA-E3FD-4548-83E6574B2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89" y="3950307"/>
            <a:ext cx="558829" cy="3048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DC4A701-347D-A526-05C6-987559131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89" y="4316455"/>
            <a:ext cx="558829" cy="3048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18E90CA-B0B6-76C1-E916-D151A7F6D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89" y="4702312"/>
            <a:ext cx="558829" cy="30481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B0D4D16-96EA-68EA-3754-64537B476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09" y="2114073"/>
            <a:ext cx="558829" cy="30481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B47FD39-CC99-966D-4A8A-336E98B22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09" y="2499930"/>
            <a:ext cx="558829" cy="30481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272E38E-6BF5-E4D1-6BC5-B47A366E2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09" y="2866078"/>
            <a:ext cx="558829" cy="30481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58F0D7E-6AA9-59FB-3A4E-856DA10C1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09" y="3251935"/>
            <a:ext cx="558829" cy="30481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3F4A7F7-2037-F259-2DFB-3B003345B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09" y="3599795"/>
            <a:ext cx="558829" cy="30481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5F407E3-45FB-CAB7-8C36-94905A5C9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09" y="3985652"/>
            <a:ext cx="558829" cy="30481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DBA3D6F-99B6-8302-8523-E2DF0EB52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09" y="4351800"/>
            <a:ext cx="558829" cy="30481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5BF8C97-2805-E438-CA68-E6FD53D06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09" y="4737657"/>
            <a:ext cx="558829" cy="30481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4631B33-24B1-8635-68ED-0740CDC36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43" y="2114073"/>
            <a:ext cx="558829" cy="30481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C79CBBD-3AF2-4953-7CB3-92F8B420D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43" y="2499930"/>
            <a:ext cx="558829" cy="30481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ADD4280-64BD-FFC3-251A-DFCA16BF9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43" y="2866078"/>
            <a:ext cx="558829" cy="30481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0C7ED89-E224-FBCA-42F6-9CFA4676E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43" y="3224503"/>
            <a:ext cx="558829" cy="30481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4661B9A-37F0-285C-3FD9-35D5CC5C7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43" y="3572363"/>
            <a:ext cx="558829" cy="30481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A1102C0-7EA2-23E3-4673-166BB8748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43" y="3958220"/>
            <a:ext cx="558829" cy="30481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0917E8F-E413-28D1-AC00-654361278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43" y="4324368"/>
            <a:ext cx="558829" cy="30481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657D781-E646-0FD3-D907-D9A0BB148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43" y="4710225"/>
            <a:ext cx="558829" cy="30481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48087071-EE25-321C-063C-7E9DE1B94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489" y="2114073"/>
            <a:ext cx="558829" cy="304816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A3AD5B3-AA03-5ED5-A898-835C7CDFA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489" y="2499930"/>
            <a:ext cx="558829" cy="30481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2E2E6F9-4209-1218-7029-D6B7B81D5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489" y="2866078"/>
            <a:ext cx="558829" cy="304816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587431C-BCCD-E828-25ED-C47E4759F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489" y="3224503"/>
            <a:ext cx="558829" cy="304816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AF52B136-26BA-DF1D-D4DE-1F85C2E82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489" y="3572363"/>
            <a:ext cx="558829" cy="30481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A053962-E1BD-EF7F-2F26-37DBF461F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489" y="3958220"/>
            <a:ext cx="558829" cy="304816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92DB8126-DC82-C426-85D2-05C8812CB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489" y="4324368"/>
            <a:ext cx="558829" cy="304816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BF84FE5-FCB4-9DE2-0C96-53CA991F3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489" y="4710225"/>
            <a:ext cx="558829" cy="304816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F5203557-EDAD-9739-88BC-F7D677BA1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395" y="2114073"/>
            <a:ext cx="558829" cy="304816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F8D59457-7C3A-7A3E-A95C-84FBC39B8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395" y="2499930"/>
            <a:ext cx="558829" cy="304816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5D936A13-4D72-5CF6-02E8-94FA8F9B9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395" y="2866078"/>
            <a:ext cx="558829" cy="304816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C550B7A3-39C5-9572-3C76-6F3856B66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395" y="3224503"/>
            <a:ext cx="558829" cy="304816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461254B7-14C0-213D-54D1-5BF9E0854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395" y="3572363"/>
            <a:ext cx="558829" cy="304816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35A6D1FE-D6EC-E8F3-8408-CD11CD30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395" y="3958220"/>
            <a:ext cx="558829" cy="304816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28753767-1494-FBA5-0237-96697BA2C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395" y="4324368"/>
            <a:ext cx="558829" cy="304816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3EAE892B-C9D4-F64A-769C-FAB5EE56D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395" y="4710225"/>
            <a:ext cx="558829" cy="304816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C0727618-7608-93F9-A004-BF0719FE0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349" y="2092745"/>
            <a:ext cx="558829" cy="304816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9BE0B74C-3893-FD35-474F-58FC84A24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349" y="2478602"/>
            <a:ext cx="558829" cy="304816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FE51ABCE-BEE4-958F-DC28-CCC6770A6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349" y="2844750"/>
            <a:ext cx="558829" cy="304816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43EE05B9-605B-EF30-A49B-E98FE270A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349" y="3203175"/>
            <a:ext cx="558829" cy="304816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BBBC6E73-7534-4809-A3AF-5F9FBE46D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349" y="3551035"/>
            <a:ext cx="558829" cy="304816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70697312-5502-6185-02FA-02809EECB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349" y="3936892"/>
            <a:ext cx="558829" cy="304816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CA0BC921-4115-454B-6726-10D68CB9D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349" y="4303040"/>
            <a:ext cx="558829" cy="304816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12E47859-1B54-FE12-E08B-AA5096348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349" y="4688897"/>
            <a:ext cx="558829" cy="304816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EA8D71BF-5D83-D826-C345-5447B5168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925" y="2114073"/>
            <a:ext cx="558829" cy="304816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90D2E12C-1B5F-7FB7-2E56-64B6C9E1A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925" y="2499930"/>
            <a:ext cx="558829" cy="304816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6A5402CC-C67C-CA0F-88DB-22962E8A8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925" y="2866078"/>
            <a:ext cx="558829" cy="304816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84029DFE-84E5-FD56-AA09-98B8D3F79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925" y="3224503"/>
            <a:ext cx="558829" cy="304816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F6793621-7ECF-787B-7ECA-D216ED4A7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925" y="3572363"/>
            <a:ext cx="558829" cy="304816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8BE142BA-6046-E2D6-03C1-0F1833660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925" y="3958220"/>
            <a:ext cx="558829" cy="304816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1D517E44-EC4B-11EC-A803-0997F33C4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925" y="4324368"/>
            <a:ext cx="558829" cy="304816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26174193-D2C2-39B4-7F4A-8EF883428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925" y="4710225"/>
            <a:ext cx="558829" cy="304816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C5346759-BB57-5B7D-09A9-966E78FEB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879" y="2114073"/>
            <a:ext cx="558829" cy="304816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E629AB42-D8B9-EF2B-15E4-B70747500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879" y="2499930"/>
            <a:ext cx="558829" cy="304816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81C31564-1DA5-B069-BBF6-A236B4193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879" y="2866078"/>
            <a:ext cx="558829" cy="304816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F3969FF7-887D-0ED8-D56E-A8858DCB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879" y="3224503"/>
            <a:ext cx="558829" cy="304816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E63642A1-10B5-7C19-6FDA-D3EFF03E5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879" y="3572363"/>
            <a:ext cx="558829" cy="304816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BF029908-1FE1-7D79-82E9-84152D5E9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879" y="3958220"/>
            <a:ext cx="558829" cy="304816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EECDB950-BCB9-A098-9DE8-64B9F8127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879" y="4324368"/>
            <a:ext cx="558829" cy="304816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180C4285-2476-B62F-2CC1-2699447A4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879" y="4710225"/>
            <a:ext cx="558829" cy="304816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3A573080-4CAF-28D2-F3A7-C7035F1A2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391" y="6081829"/>
            <a:ext cx="558829" cy="304816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E5BF4F37-6F20-876F-62D1-81332E6DC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391" y="6467686"/>
            <a:ext cx="558829" cy="304816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A10DC53C-DD70-E166-F6C9-6086B3990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511" y="6117174"/>
            <a:ext cx="558829" cy="304816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BEDBDD7C-21D5-6A32-3A2E-0DAA6182E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511" y="6503031"/>
            <a:ext cx="558829" cy="304816"/>
          </a:xfrm>
          <a:prstGeom prst="rect">
            <a:avLst/>
          </a:prstGeom>
        </p:spPr>
      </p:pic>
      <p:graphicFrame>
        <p:nvGraphicFramePr>
          <p:cNvPr id="151" name="Table 150">
            <a:extLst>
              <a:ext uri="{FF2B5EF4-FFF2-40B4-BE49-F238E27FC236}">
                <a16:creationId xmlns:a16="http://schemas.microsoft.com/office/drawing/2014/main" id="{661126E6-5BD0-3D14-75D1-EB2118AA7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265937"/>
              </p:ext>
            </p:extLst>
          </p:nvPr>
        </p:nvGraphicFramePr>
        <p:xfrm>
          <a:off x="5561534" y="5659982"/>
          <a:ext cx="550144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288">
                  <a:extLst>
                    <a:ext uri="{9D8B030D-6E8A-4147-A177-3AD203B41FA5}">
                      <a16:colId xmlns:a16="http://schemas.microsoft.com/office/drawing/2014/main" val="1471133142"/>
                    </a:ext>
                  </a:extLst>
                </a:gridCol>
                <a:gridCol w="1100288">
                  <a:extLst>
                    <a:ext uri="{9D8B030D-6E8A-4147-A177-3AD203B41FA5}">
                      <a16:colId xmlns:a16="http://schemas.microsoft.com/office/drawing/2014/main" val="4163858957"/>
                    </a:ext>
                  </a:extLst>
                </a:gridCol>
                <a:gridCol w="1100288">
                  <a:extLst>
                    <a:ext uri="{9D8B030D-6E8A-4147-A177-3AD203B41FA5}">
                      <a16:colId xmlns:a16="http://schemas.microsoft.com/office/drawing/2014/main" val="434663347"/>
                    </a:ext>
                  </a:extLst>
                </a:gridCol>
                <a:gridCol w="1100288">
                  <a:extLst>
                    <a:ext uri="{9D8B030D-6E8A-4147-A177-3AD203B41FA5}">
                      <a16:colId xmlns:a16="http://schemas.microsoft.com/office/drawing/2014/main" val="1449516215"/>
                    </a:ext>
                  </a:extLst>
                </a:gridCol>
                <a:gridCol w="1100288">
                  <a:extLst>
                    <a:ext uri="{9D8B030D-6E8A-4147-A177-3AD203B41FA5}">
                      <a16:colId xmlns:a16="http://schemas.microsoft.com/office/drawing/2014/main" val="3550220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PP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PK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PP Goal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PK Goal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Offsides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549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967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298127"/>
                  </a:ext>
                </a:extLst>
              </a:tr>
            </a:tbl>
          </a:graphicData>
        </a:graphic>
      </p:graphicFrame>
      <p:sp>
        <p:nvSpPr>
          <p:cNvPr id="153" name="TextBox 152">
            <a:extLst>
              <a:ext uri="{FF2B5EF4-FFF2-40B4-BE49-F238E27FC236}">
                <a16:creationId xmlns:a16="http://schemas.microsoft.com/office/drawing/2014/main" id="{2F93470B-B3C9-9A98-3537-C29FB80E2DDB}"/>
              </a:ext>
            </a:extLst>
          </p:cNvPr>
          <p:cNvSpPr txBox="1"/>
          <p:nvPr/>
        </p:nvSpPr>
        <p:spPr>
          <a:xfrm>
            <a:off x="5561535" y="5298695"/>
            <a:ext cx="1112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TEAM STATS</a:t>
            </a:r>
            <a:endParaRPr lang="es-ES" sz="1400" dirty="0"/>
          </a:p>
        </p:txBody>
      </p:sp>
      <p:pic>
        <p:nvPicPr>
          <p:cNvPr id="155" name="Picture 154">
            <a:extLst>
              <a:ext uri="{FF2B5EF4-FFF2-40B4-BE49-F238E27FC236}">
                <a16:creationId xmlns:a16="http://schemas.microsoft.com/office/drawing/2014/main" id="{B2210340-0B35-0E03-0538-0B77AB651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395" y="6036133"/>
            <a:ext cx="558829" cy="304816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72A34038-CA4F-1145-4AFA-BC6A4409E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395" y="6421990"/>
            <a:ext cx="558829" cy="304816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1F0A6B3B-4DFB-B231-9E81-7685E7184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56" y="6036133"/>
            <a:ext cx="558829" cy="304816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C67C0734-039B-DAEB-4690-0CB7EAFD3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56" y="6421990"/>
            <a:ext cx="558829" cy="304816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B85EB53F-402A-390C-B2A5-71CA18AC6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247" y="6036133"/>
            <a:ext cx="558829" cy="304816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29DD7921-CE25-0C2A-9349-882A1693C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247" y="6421990"/>
            <a:ext cx="558829" cy="304816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923E933A-521E-8D7C-442B-511717C72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717" y="6060387"/>
            <a:ext cx="558829" cy="304816"/>
          </a:xfrm>
          <a:prstGeom prst="rect">
            <a:avLst/>
          </a:prstGeom>
        </p:spPr>
      </p:pic>
      <p:pic>
        <p:nvPicPr>
          <p:cNvPr id="169" name="Picture 168">
            <a:extLst>
              <a:ext uri="{FF2B5EF4-FFF2-40B4-BE49-F238E27FC236}">
                <a16:creationId xmlns:a16="http://schemas.microsoft.com/office/drawing/2014/main" id="{1DFC0B20-DC0C-E3AD-179F-9BE44A0DB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717" y="6446244"/>
            <a:ext cx="558829" cy="304816"/>
          </a:xfrm>
          <a:prstGeom prst="rect">
            <a:avLst/>
          </a:pr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DB8857C9-2E43-B2CF-F673-1253D0D6A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114" y="6034162"/>
            <a:ext cx="558829" cy="304816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57365E44-C776-C257-FA28-7297322C4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114" y="6420019"/>
            <a:ext cx="558829" cy="30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27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160</Words>
  <Application>Microsoft Office PowerPoint</Application>
  <PresentationFormat>Widescreen</PresentationFormat>
  <Paragraphs>47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App estadisticas wild dogs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David Vinueza Garzon</dc:creator>
  <cp:lastModifiedBy>Juan David Vinueza Garzon</cp:lastModifiedBy>
  <cp:revision>1</cp:revision>
  <dcterms:created xsi:type="dcterms:W3CDTF">2026-08-18T15:08:47Z</dcterms:created>
  <dcterms:modified xsi:type="dcterms:W3CDTF">2026-08-20T17:39:43Z</dcterms:modified>
</cp:coreProperties>
</file>